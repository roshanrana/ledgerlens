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4213D"/>
                </a:solidFill>
                <a:latin typeface="Arial"/>
              </a:rPr>
              <a:t>Ratios (1.0 = target met)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Golden checks</c:v>
                  </c:pt>
                  <c:pt idx="1">
                    <c:v>Straight-through rate</c:v>
                  </c:pt>
                  <c:pt idx="2">
                    <c:v>Schema conformance</c:v>
                  </c:pt>
                  <c:pt idx="3">
                    <c:v>Review gate resumed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0.75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b"/>
        <c:majorGridlines>
          <c:spPr>
            <a:ln w="6350" cap="flat">
              <a:solidFill>
                <a:srgbClr val="C9D3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LedgerLens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Architecture Review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cheaply first, reasons expensively last, and explains every decision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financial reconciliation · Release 0.2.0 · 12 September 2026 · Roshan Rana, AI Systems Architect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0" y="1097280"/>
            <a:ext cx="1005840" cy="10058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097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reconciliation engine for messy bank, ledger and processor files: exact, rule and fuzzy tiers resolve the obvious pairs; a masked, cost-capped LLM adjudicates only the ambiguous middle band.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review gate pauses the run at a real interrupt() until a named reviewer resolves every open task, resumable from any process.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proves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tests, 6 / 6 golden checks, a review gate resumed 1 / 1 times cross-instance, 0 raw counterparty or reference strings leaked to the model or the MCP server (asserted against real sample data).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runs with rollback; a Go match-worker validated by replaying real Python-exported events.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2971800"/>
          </a:xfrm>
          <a:prstGeom prst="roundRect">
            <a:avLst>
              <a:gd name="adj" fmla="val 206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enterprise-ready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16916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interface contracts per design doc (docs/05), a single offline gate (`make check`: unit + golden + card-drift), and a numbered decision log for every consequential trade-off.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is one module used by both the LLM request and the human reviewer's tools — one perimeter, two consumers.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the audience: agree the pilot scope — which live LLM backend to validate first (Ollama, vLLM, Bedrock or Anthropic), the Postgres migration path, and whether the Kafka streaming profile is wanted for this client.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the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problem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statements, ledger exports and processor files never share a schema, a sign convention or a posting date. The obvious matches are cheap to automate; the cost is the residue — pairs that look alike but are not, and pairs that are the same transaction wearing two descriptions. Sending every pair to an LLM is neither affordable nor auditable.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43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499616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that reaches an auditor must be explainable and reproducible. Raw counterparty and reference strings must not leave the perimeter unmasked. A low-confidence decision must stay open until a named human resolves it — the run cannot silently mark itself complete.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8463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 analyst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exceptions, resolves review tasks with a decision and notes, completes the 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/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rate, review-required rate, an audit trail from decision back to source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engineer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Onboards a new client source via a mapping profile, not a code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client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/ AI assistant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review gate over MCP (7 tools) or the JSON API, never raw source rows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hoc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source profiles map client columns to a canonical shape; raw rows and file hashes are kept for provenance.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032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ladder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fingerprint, then deterministic rules, then fuzzy scoring; only the ambiguous middle band continues.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2628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Adjudicate &amp; gate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band goes to a masked, cached LLM call; low-confidence results open a review task and the graph interrupts.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2194560"/>
            <a:ext cx="1371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1234440"/>
            <a:ext cx="1965960" cy="1965960"/>
          </a:xfrm>
          <a:prstGeom prst="roundRect">
            <a:avLst>
              <a:gd name="adj" fmla="val 2791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13716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03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60920" y="13898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&amp; finalize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1828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resolves every task over the CLI, JSON API or MCP; `complete_review` resumes the graph from any process.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739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 CLI · stdlib JSON API · MCP server (`ledgerlens-review`, 7 tools). All three call the same service functions over the same SQLite store; none re-implements the graph.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461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perimeter, two consumers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3739896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`ledgerlens/llm/masking.py` masks every candidate pair the same way for the model and for the MCP reviewer's tools: hashed tokens for reference and counterparty, digit-run redaction, a version tag.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C4 LEVEL 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context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API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20240" y="1508760"/>
            <a:ext cx="594360" cy="109728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20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276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20240" y="2286000"/>
            <a:ext cx="594360" cy="32004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798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054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 flipV="1">
            <a:off x="1920240" y="2606040"/>
            <a:ext cx="594360" cy="45720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" y="3520440"/>
            <a:ext cx="14630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575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op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Kafka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 flipV="1">
            <a:off x="1920240" y="2606040"/>
            <a:ext cx="594360" cy="123444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560320" y="1188720"/>
            <a:ext cx="3108960" cy="3108960"/>
          </a:xfrm>
          <a:prstGeom prst="roundRect">
            <a:avLst>
              <a:gd name="adj" fmla="val 1765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69748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LedgerLens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97480" y="1600200"/>
            <a:ext cx="28346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88920" y="16550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788920" y="19110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 CLI · stdlib JSON API · MCP server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697480" y="2377440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88920" y="2432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package `ledgerlens`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788920" y="26883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normalization · matching ladder · LangGraph agents/graph · masking · reporting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97480" y="338328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88920" y="3438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store (WAL)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788920" y="36941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run-scoped tables, audit events, checkpoints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09360" y="118872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0" y="1243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14996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(default) · Ollama · vLLM · Bedrock · Anthropic, one contract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09360" y="201168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0" y="20665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23225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Desktop · Cursor · Claude Code · scripts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09360" y="283464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2889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match-worker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31455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 over a Kafka-compatible topic (optional)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09360" y="3657600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0" y="37124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contracts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0" y="3968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JSON-Schema event types + envelope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 flipV="1">
            <a:off x="5669280" y="1527048"/>
            <a:ext cx="640080" cy="121615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V="1">
            <a:off x="5669280" y="2350008"/>
            <a:ext cx="640080" cy="484632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669280" y="2926080"/>
            <a:ext cx="640080" cy="246888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669280" y="3017520"/>
            <a:ext cx="640080" cy="960120"/>
          </a:xfrm>
          <a:prstGeom prst="line">
            <a:avLst/>
          </a:prstGeom>
          <a:noFill/>
          <a:ln w="12700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 adjudicator is the default and drives every test, the golden replay and CI; live providers are switched on by `--llm {ollama|vllm|bedrock|anthropic}` and a config file naming an environment variable, never a key.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C4 LEVEL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cli.py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Typer commands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api/server.py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 JSON API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api/resources.py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functions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mcp/server.py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MCP tools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0604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9748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9748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7063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agents/graph.py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277063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69748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7063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agents/workflow.py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77063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WorkflowState, run modes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9748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7063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matching/engine.py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77063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TieredMatcher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9748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7063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matching/text.py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277063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scoring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domain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1947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ingestion/*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91947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csv loader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91947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normalization/*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91947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transactions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91947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domain/models.py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491947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records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4632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1947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persistence/*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491947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SQLiteStore, checkpointer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903720" y="118872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95160" y="1243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masking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95160" y="1572768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68312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llm/schemas.py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7068312" y="18013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request/decision contract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995160" y="2139696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68312" y="21671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llm/fake.py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7068312" y="23682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default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995160" y="2706624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068312" y="27340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llm/live.py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7068312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openai_compat · bedrock · anthropic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995160" y="3273552"/>
            <a:ext cx="1783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068312" y="3300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llm/masking.py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7068312" y="3502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perimeter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42316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57200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720840" y="2834640"/>
            <a:ext cx="18288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direction is left to right. The matching engine is stdlib-only; LLM and masking are the only modules a candidate pair's raw fields ever reach on the way out.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CRITICAL 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reconciliation graph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&amp; normalize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load_run_context, normalize_batch: canonical transactions with raw provenance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42316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Candidates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generate_candidates: bounded blocking by currency, amount and date window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452628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Exact + rule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apply_exact_matches, apply_rule_matches: fingerprints and known accounting patterns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6629400" y="189280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66560" y="128016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135331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Fuzzy scoring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164592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score_fuzzy_candidates: high matches, low becomes an exception, middle continues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Adjudicate (masked)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adjudicate_ambiguous_pairs: masked pair to the cached LLM contract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242316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56032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Route &amp; surface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route_review_tasks, surface_unmatched_transactions: low confidence opens a task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52628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6344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Persist &amp; report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persist_decisions, generate_report: rows and the preliminary report commit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6629400" y="3447288"/>
            <a:ext cx="137160" cy="9144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66560" y="283464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0" y="29077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Gate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320040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[open tasks] → await_review interrupt(); reviewer resolves → finalize_run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8229600" y="2514600"/>
            <a:ext cx="9144" cy="320040"/>
          </a:xfrm>
          <a:prstGeom prst="line">
            <a:avLst/>
          </a:prstGeom>
          <a:noFill/>
          <a:ln w="15875">
            <a:solidFill>
              <a:srgbClr val="6B7A90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nodes, one fixed order, no loops and no free-form tool calls. On the acme replay: 2 exact, 1 rule, 1 llm→needs_review, 1 human resolution; 4 of 12 transactions stay unmatched exceptions.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CORE MECHANISM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first, masked LLM last: the perimeter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206240" cy="3246120"/>
          </a:xfrm>
          <a:prstGeom prst="roundRect">
            <a:avLst>
              <a:gd name="adj" fmla="val 1690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61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 the perimeter (masked pair)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72768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"txn_23e4...", "date": "2026-05-04",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"amount": "-25.00", "currency": "USD",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"source_system": "bank",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"bank service fee may",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"reference_token": "",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"counterparty_token": "aabfc736adc8",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"masking_version": "ledgerlens.masking.v1" }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module guarantees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4015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date, amount, currency, source_system stay verbatim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and counterparty become stable hashed tokens (equal tokens still mean equal values)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digit runs of five or more redacted, capped at 80 chars</a:t>
            </a:r>
            <a:endParaRPr lang="en-US" sz="8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 reads computed features only, so masking moved none of the golden numbers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12435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· rule · fuzzy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124358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without the model — 3 of 4 decisions on the acme replay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937760" y="196596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0208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needs_review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02082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pair, cached by pair, opens a review task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937760" y="2743200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279806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match / no_match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79806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decision; audited; the run cannot complete while it is open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937760" y="3429000"/>
            <a:ext cx="3749040" cy="100584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34838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73989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ambiguous middle band ever reaches the model, and the model never sees the pair twice: `CachedLLMAdjudicator` keys on the pair and the model family, so fake and live decisions never collide.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architecture: SQLite of record, events at the edge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store (WAL)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Run-scoped tables: source_files, normalized_transactions, candidate_pairs, match_decisions, review_tasks, audit_events, llm_cache. One file also hosts the LangGraph SqliteSaver checkpointer, so rows and checkpoints commit together.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as the export boundary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3697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payload that leaves the store for a model or an MCP client passes through `masking.py` first. Raw fields are read by matching and reporting only; nothing downstream sees them unmasked.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965960"/>
            <a:ext cx="640080" cy="68580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3108960" y="2926080"/>
            <a:ext cx="640080" cy="73152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2148840"/>
            <a:ext cx="2011680" cy="1280160"/>
          </a:xfrm>
          <a:prstGeom prst="roundRect">
            <a:avLst>
              <a:gd name="adj" fmla="val 4286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event types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statement.ingested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transaction.normalized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match.candidate_created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match.decision_created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review.required / resolved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report.generated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760720" y="2788920"/>
            <a:ext cx="594360" cy="9144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55080" y="1188720"/>
            <a:ext cx="2331720" cy="3246120"/>
          </a:xfrm>
          <a:prstGeom prst="roundRect">
            <a:avLst>
              <a:gd name="adj" fmla="val 235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2435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not just tables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1499616"/>
            <a:ext cx="21488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envelope schema (event_id, idempotency_key, run_id) plus 7 payload schemas under `contracts/schemas/`. Every fixture and example validates in CI: 12 / 12 emitted `transaction.normalized` events pass their declared schema.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 match-worker consumes the same contract the Python side exports, so a cross-language boundary is tested against real events, not a hand-written stub.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masked/tokenised fields only ever leave the store for a model or a review tool; raw customer data stays inside the SQLite boundary and the process that reads it.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INTEGRATION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providers: one contract, five backends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10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206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031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--llm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(deterministic)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default; drives tests, golden replay, CI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openai_compat → localhost:11434/v1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key; stdlib urllib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openai_compat → localhost:8000/v1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VLLM_API_KEY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boto3 converse, us-east-1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credential chain; [bedrock] extra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Messages API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ANTHROPIC_API_KEY; [anthropic] extra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37760" y="1243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`LLMClient` protocol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499616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`build_prompt` states the task, the three allowed decisions and the exact JSON shape; `parse_decision` tolerates fences and prose. A live client retries once with the parse error appended, then raises `LLMError`.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846320" y="2697480"/>
            <a:ext cx="384048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2752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never secrets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300837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`configs/llm/&lt;name&gt;.json` holds the backend, model, base URL or region and the *name* of the key's env var — never a value. A missing variable or package raises `LLMError` naming what to set.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846320" y="379476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Cache-key separation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41056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`model_family` (`&lt;backend&gt;:&lt;model&gt;`) enters the cache key, so a live decision and the fake's decision for the same pair never collide.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live backends has been run by the harness; their accuracy, latency and cost are pending — the results card says so rather than estimating.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choices and why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7744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Alternatives considered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this one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StateGraph + SqliteSaver (D-1)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Hand-rolled node loop (0.1's actual approach)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checkpointer makes the pause resumable from any process, not just a status flag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Checkpoints hold ids and counters only (D-2)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the full WorkflowState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store is the record; the checkpoint is the cursor — small, cheap, replayable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gate finalises, it never re-adjudicates (D-3)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adjudication after review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authority is final and auditable; the model is not consulted twice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validated in the service, not the node (D-4)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inside `await_review`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persists the resume value before the node runs; a raising node would wedge the thread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masking module for the model and MCP (D-5)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redaction per consumer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version tag, one perimeter; the fake is provably unaffected so golden numbers hold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`openai_compat` over stdlib `urllib` (D-6)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SDKs for Ollama and vLLM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and vLLM need nothing installed; Bedrock/Anthropic stay optional lazy imports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now, Postgres-shaped schema for later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from day one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Portable local demo; the run-scoped table design maps directly to a production database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features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 source onboarding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client source is a mapping profile under `configs/clients/` plus one focused test — no matching-code change.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tiered matching ladder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4996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fingerprint → deterministic rules (date lag, reference variants) → fuzzy scoring with an explicit middle band.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2435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Masked, cached LLM adjudication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14996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ambiguous band reaches the model; decisions are cached per pair so a re-run never asks twice.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LangGraph review gate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596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`interrupt()` at `await_review`; `complete_review` resumes the graph from any process once every task is resolved.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324612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3756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review server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2596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`ledgerlens-review`: 7 tools over stdio for Claude Desktop, Cursor or a script — masked pairs only.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035040" y="228600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23408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runs with rollback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5968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that fails before the interrupt rolls back completely, checkpoints included.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match-worker + event contracts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694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JSON-Schema event types; the worker is validated by replaying real Python-exported events.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324612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756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diagnostics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3694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references, missing external ids, duplicate references — surfaced before matching starts.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035040" y="3383280"/>
            <a:ext cx="2651760" cy="960120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offline gate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3694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`make check`: 105 unit/e2e tests, the golden replay, and a results-card drift guard, no network, no key.</a:t>
            </a:r>
            <a:endParaRPr lang="en-US" sz="8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CLI DEMO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reconciliation report — and the gate pause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13</a:t>
            </a:r>
            <a:endParaRPr lang="en-US" sz="800" dirty="0"/>
          </a:p>
        </p:txBody>
      </p:sp>
      <p:pic>
        <p:nvPicPr>
          <p:cNvPr id="5" name="Image 0" descr="C:/Code-Central/LedgerLens/docs/assets/10-demo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958" y="1097280"/>
            <a:ext cx="3263125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097280"/>
            <a:ext cx="2926080" cy="164592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152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looking at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408176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`ledgerlens.cli demo` ingests two acme sources, reconciles across every tier and prints the preliminary report: 2 exact, 1 rule, 1 llm review task, 4 unmatched. It ends `awaiting_review` — the run is paused, not finished.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2880360"/>
            <a:ext cx="2926080" cy="1600200"/>
          </a:xfrm>
          <a:prstGeom prst="roundRect">
            <a:avLst>
              <a:gd name="adj" fmla="val 3429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2935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 breakdown is the product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191256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states what the model was asked (1 call, 0 cache hits) and what it was not asked — the other 3 decisions never reached it. This is the number that justifies the architecture to an operations lead.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REVIEW GATE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gate: refuse, resolve, resume, finalize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14</a:t>
            </a:r>
            <a:endParaRPr lang="en-US" sz="800" dirty="0"/>
          </a:p>
        </p:txBody>
      </p:sp>
      <p:pic>
        <p:nvPicPr>
          <p:cNvPr id="5" name="Image 0" descr="C:/Code-Central/LedgerLens/docs/assets/11-review-g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6889" y="1097280"/>
            <a:ext cx="2939143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97280"/>
            <a:ext cx="2651760" cy="1691640"/>
          </a:xfrm>
          <a:prstGeom prst="roundRect">
            <a:avLst>
              <a:gd name="adj" fmla="val 324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52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Refused, then resolved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08176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`review-complete` refuses while a task is open, with the exact reason. `review-resolve` records the analyst's decision and notes against the task.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3333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980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Resumed from a fresh process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36976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`review-complete` call opens a new workflow instance on the same database file and resumes the interrupted graph: `human:no_match` appears under Decisions By Tier, `run.finalized` under Audit, status `completed`.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VERIFICATION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 and the golden harness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15</a:t>
            </a:r>
            <a:endParaRPr lang="en-US" sz="800" dirty="0"/>
          </a:p>
        </p:txBody>
      </p:sp>
      <p:pic>
        <p:nvPicPr>
          <p:cNvPr id="5" name="Image 0" descr="C:/Code-Central/LedgerLens/docs/assets/12-graph-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8077" y="1143000"/>
            <a:ext cx="4747846" cy="1234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450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graph-history: 15 checkpoints for the gated demo, oldest first — every step of the run is replayable from the checkpointer.</a:t>
            </a:r>
            <a:endParaRPr lang="en-US" sz="900" dirty="0"/>
          </a:p>
        </p:txBody>
      </p:sp>
      <p:pic>
        <p:nvPicPr>
          <p:cNvPr id="7" name="Image 1" descr="C:/Code-Central/LedgerLens/docs/assets/14-golden-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4314" y="2788920"/>
            <a:ext cx="2155371" cy="17830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check, unpacked: 105 tests, the golden replay's 6 KPIs, the headline self-check, the card-drift guard and the Go worker's own tests.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· MCP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MCP review server: masked, zero raw identifiers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16</a:t>
            </a:r>
            <a:endParaRPr lang="en-US" sz="800" dirty="0"/>
          </a:p>
        </p:txBody>
      </p:sp>
      <p:pic>
        <p:nvPicPr>
          <p:cNvPr id="5" name="Image 0" descr="C:/Code-Central/LedgerLens/docs/assets/13-mcp-transcri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20640" cy="3464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09728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0" y="11521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reviewer's tool sees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1408176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`get_review_pair` returns the masked pair plus the machine's tier, decision, confidence and reason code — never the raw counterparty or reference. A test asserts 10 real strings from the sample CSVs against every tool result.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760720" y="2971800"/>
            <a:ext cx="2926080" cy="1508760"/>
          </a:xfrm>
          <a:prstGeom prst="roundRect">
            <a:avLst>
              <a:gd name="adj" fmla="val 3636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3026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gate, another door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3282696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`resolve_review_task` and `complete_review` call the identical service functions the CLI and API use; the run cannot complete with an open task through any of the three surfaces.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CONTROLS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compliance controls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310896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in the code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Masking perimeter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counterparty / reference reaching a model or reviewer tool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`llm/masking.py`: hashed tokens, digit-run redaction, version tag; one module for both consumers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`test_masking.py` (12); MCP no-leak test (10 sample strings)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review server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tool result leaking a raw sample value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tool masks before returning; errors come back as `{"error": ...}`, never a raised exception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`test_no_tool_result_contains_raw_counterparty_or_reference`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provider config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key committed to source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`configs/llm/*.json` names an env var only; live backends are lazy imports behind extras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`test_shipped_configs_have_expected_shape_and_no_secrets`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/ rollback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half-written run after a late failure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`store.transaction()` covers ingestion through `generate_report`; checkpointer shares the connection and commits with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`test_persistent_workflow_rolls_back_partial_run_on_late_failure`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contracts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malformed or unschematised event reaching the Go worker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envelope + 7 payload JSON Schemas, validated in CI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12 fixtures pass their declared schema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risks, written down: no authentication in front of the API or MCP server (single-operator prototype); SQLite is not a multi-writer production database (a Postgres path is a design choice, not yet built); live LLM backends are untested against a real model.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PROCESS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contracts, one gate, a decision log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57276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" y="1252728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HLD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103120" y="1234440"/>
            <a:ext cx="157276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39696" y="1252728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LLD (multi-agent)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749040" y="1234440"/>
            <a:ext cx="157276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85616" y="1252728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demo runbook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394960" y="1234440"/>
            <a:ext cx="157276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31536" y="1252728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AI brief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040880" y="1234440"/>
            <a:ext cx="1572768" cy="566928"/>
          </a:xfrm>
          <a:prstGeom prst="roundRect">
            <a:avLst>
              <a:gd name="adj" fmla="val 8065"/>
            </a:avLst>
          </a:prstGeom>
          <a:solidFill>
            <a:srgbClr val="1C2B4F"/>
          </a:solidFill>
          <a:ln w="12700">
            <a:solidFill>
              <a:srgbClr val="1C2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77456" y="1252728"/>
            <a:ext cx="1499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review-gate design (frozen §3-6)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docs (01-05); doc 05's §3-6 interfaces are frozen contracts for the build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256032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7004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267004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decisions (D-1 .. D-6) in the review-gate design, each with its consequence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66344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316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477316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packs (LL-1, LL-2, LL-3) scoped to one module each, with an acceptance checklist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766560" y="2011680"/>
            <a:ext cx="19659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7628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25146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command: `make check` runs unit + golden + card-drift; CI runs the same command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STATE.md tracks the truth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6484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7, task log LL-0 .. LL-4, each row done/blocked/next; deviations are recorded rather than silently absorbed (0.1 promised LangGraph, 0.2 delivered it — decision D-1).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3337560"/>
            <a:ext cx="4023360" cy="1143000"/>
          </a:xfrm>
          <a:prstGeom prst="roundRect">
            <a:avLst>
              <a:gd name="adj" fmla="val 48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33924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validates everything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364845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`python -m unittest discover -s tests`, `python -m metrics.golden`, `python -m unittest tests.golden.test_headline_metrics`, `python metrics/render.py --check` — the same four steps `make check` runs, and what CI runs on every push.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MEASUREMENT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metrics from the gate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19</a:t>
            </a:r>
            <a:endParaRPr lang="en-US" sz="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188720"/>
          <a:ext cx="3291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passed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unittest discover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checks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expected_summary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rate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+ rule + fuzzy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Straight-through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of 4 decisions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required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4 decisions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conformance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12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contracts/schemas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gate resumed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cross-instance resume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raw-value leaks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10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strings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worker packages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 ok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test, GOWORK=off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LLM adjudication accuracy is not a KPI here: the harness runs the deterministic fake with no key, so live-model rows in the results card are marked pending, not estimated.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Quirks and known limitations (stated, not hidden)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20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43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LLM backends are unexercised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99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vLLM, Bedrock and Anthropic ship behind the same contract and are unit-tested against fakes, but no live model has been run by the harness — accuracy, latency and cost are pending.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24358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client pair is golden-replayed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9961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`bank_statement.csv` / `ledger_export.csv` have no mapping profile under `configs/clients`, so only the acme pair is scored by `make golden`.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per-pair precision/recall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`expected_summary.json` carries aggregate thresholds only; there are no per-pair match labels to score against.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06654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pairwise only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32257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and many-to-many matching are not implemented (tracked in STATE.md's backlog).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worker not in the offline gate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455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`go test` needs `GOWORK=off` locally because `go.work` pins Go 1.22 while the worker module requires &gt;= 1.23; the worker is validated by `scripts/verify.py --docker`, not by `make check`.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889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HMAC on review resolutions yet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14553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resolution is authenticated by the reviewer field only today; signing resolutions is next in STATE.md's backlog.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description keeps its words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968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digit runs of five or more are redacted from the description; short free text like "bank service fee" still reads as English, by design (features, not raw ids, drive the decision).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4663440" y="3657600"/>
            <a:ext cx="4069080" cy="749808"/>
          </a:xfrm>
          <a:prstGeom prst="roundRect">
            <a:avLst>
              <a:gd name="adj" fmla="val 73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7124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profile is opt-in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968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Redpanda/Kafka validates the boundary, not production throughput; the default demo path is file mode.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READINESS · OPERATIONS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Cost, performance and operability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21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call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on the acme demo replay; the other 3 of 4 decisions never reach the model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7004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keys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7004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tests, the golden replay, CI or the demo; live backends read an env-var name only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checkpoints for one gated run, each replayable via `graph-history`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6288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876288" y="17099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events recorded for the completed demo run, from `run.loaded` to `run.finalized`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916936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`make check` — the one offline gate; no network, no key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`scripts/verify.py --docker required [--kafka-smoke]` — Go worker tests, container build, real-event replay, optional Redpanda round trip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`docs/03-demo-runbook.md` — a scripted, minute-by-minute demo with expected output at each step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Rollback: `store.transaction()` covers a run through the interrupt; a late failure leaves nothing partial behind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4023360" cy="1828800"/>
          </a:xfrm>
          <a:prstGeom prst="roundRect">
            <a:avLst>
              <a:gd name="adj" fmla="val 3000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660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and audit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916936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`audit_events` table: one typed row per state change (`match.decision_created`, `review.resolved`, `run.finalized`, ...)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`graph-history` replays every LangGraph checkpoint for a run, oldest first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 stats (`calls`, `cache hits`) are printed in every report, so cost is visible per run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results card (`metrics/headline.json`) is regenerated by the gate and diff-checked against the committed copy</a:t>
            </a:r>
            <a:endParaRPr lang="en-US" sz="8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22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EEF6F4"/>
          </a:solidFill>
          <a:ln w="9525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 live run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745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real Ollama adjudication and publish it as a recorded figure</a:t>
            </a:r>
            <a:endParaRPr lang="en-US" sz="87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its decision against the fake's on the same masked pair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depth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8745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and many-to-many matching</a:t>
            </a:r>
            <a:endParaRPr lang="en-US" sz="87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signing on review resolutions</a:t>
            </a:r>
            <a:endParaRPr lang="en-US" sz="87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client profile replayed by the golden harness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shape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73168" y="18745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migration behind the existing SQLiteStore interface</a:t>
            </a:r>
            <a:endParaRPr lang="en-US" sz="87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Go worker and a Kafka smoke into CI, not only `scripts/verify.py`</a:t>
            </a:r>
            <a:endParaRPr lang="en-US" sz="87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in front of the API and MCP server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65960" cy="3200400"/>
          </a:xfrm>
          <a:prstGeom prst="roundRect">
            <a:avLst>
              <a:gd name="adj" fmla="val 2791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76288" y="1243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876288" y="14813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review workforce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874520"/>
            <a:ext cx="1737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reviewers with role-scoped MCP sessions</a:t>
            </a:r>
            <a:endParaRPr lang="en-US" sz="87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review-queue dashboard over the same service functions</a:t>
            </a:r>
            <a:endParaRPr lang="en-US" sz="87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and aging metrics on open review tasks</a:t>
            </a:r>
            <a:endParaRPr lang="en-US" sz="87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additive: the masking perimeter, the review gate and the event contracts do not change.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 — Decision log (docs/05-langgraph-review-gate-design.md)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23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+ langgraph-checkpoint-sqlite + mcp become core dependencies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README's dependency-free claim narrows to the matching engine, which stays stdlib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Checkpoints hold ids and counters only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store is the record; the checkpoint is the cursor; checkpoints stay 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gate finalises the run; it does not re-adjudicate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decisions stand; the model is never consulted a second 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payloads are validated in the service before Command(resume=...)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persists the resume value before the node runs; a raising node would wedge the thread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Masking is one module shared by the LLM request and the MCP server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version tag, one perimeter; the fake's golden numbers are provably unaffected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openai_compat uses stdlib urllib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Ollama and vLLM need no extra install; Bedrock/Anthropic stay optional lazy imports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 — Build statistics and lessons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(unittest, offline)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unittest discover -s tests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checks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6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metrics/golden.py vs data/golden/expected_summary.json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docs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(01 HLD, 02 LLD, 03 runbook, 04 AI brief, 05 review-gate)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packs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(LL-1 graph-gate, LL-2 live backends, LL-3 MCP server)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docs/tasks/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Numbered decisions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(D-1 .. D-6)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docs/05-langgraph-review-gate-design.md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contract types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+ 1 envelope schema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contracts/schemas/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packages tested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2 ok (contracts, worker)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test ./... , GOWORK=off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2900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F3F6FA"/>
          </a:solidFill>
          <a:ln w="9525">
            <a:solidFill>
              <a:srgbClr val="C9D3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4838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3989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deviation belongs in STATE.md, not silently absorbed: 0.1 promised LangGraph and shipped a hand-rolled loop; 0.2 closed the gap and D-1 records why.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`go.work` pinning a lower Go version than a module needs is easy to miss locally; the runbook's own Docker command already sets `GOWORK=off` for exactly this reason.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 a resume payload before the graph touches it, not inside the node — LangGraph persists first (D-4), learned the hard way on a sibling project.</a:t>
            </a:r>
            <a:endParaRPr lang="en-US" sz="8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 — Repository map and how to run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AI Systems Architecture Review · 25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ledgerlens/       cli, api/, mcp/, agents/ (graph, workflow),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ingestion/, normalization/, matching/,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llm/ (schemas, fake, live, masking, cache),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persistence/, reporting/, domain/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go/match-worker/  contracts, worker, file/kafka transport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        event envelope + 7 schemas, fixtures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configs/clients/  per-client column-mapping profiles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configs/llm/      backend + model + env-var name, no secrets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data/samples/     acme_bank_statement.csv, acme_ledger_export.csv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data/golden/      expected_summary.json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metrics/          golden.py, headline.json, render.py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             01-05 design docs, tasks/, mcp.md, pitch/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2A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            105 tests: unit, contract, e2e, golden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1C2B4F"/>
          </a:solidFill>
          <a:ln w="9525">
            <a:solidFill>
              <a:srgbClr val="1C2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9788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1572768"/>
            <a:ext cx="2743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.venv/Scripts/python.exe -m ledgerlens.cli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--db .ledgerlens/ledgerlens.db demo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review the gate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review-list --run-id &lt;run_id&gt;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review-resolve &lt;task_id&gt; --decision no_match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--notes "..." --reviewer analyst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review-complete &lt;run_id&gt; --reviewer analyst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MCP server for a reviewer's tools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ledgerlens.mcp.server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offline gate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discover -s tests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metrics.golden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metrics/render.py --check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LedgerLens · roshanrana/LedgerLens · release 0.2.0 · design docs and the review-gate design in the repository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LedgerLens — AI Systems Architecture Review</dc:title>
  <dc:subject>PptxGenJS Presentation</dc:subject>
  <dc:creator>Roshan Rana</dc:creator>
  <cp:lastModifiedBy>Roshan Rana</cp:lastModifiedBy>
  <cp:revision>1</cp:revision>
  <dcterms:created xsi:type="dcterms:W3CDTF">2026-09-12T23:51:39Z</dcterms:created>
  <dcterms:modified xsi:type="dcterms:W3CDTF">2026-09-12T23:51:39Z</dcterms:modified>
</cp:coreProperties>
</file>